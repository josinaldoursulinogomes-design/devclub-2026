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9" d="100"/>
          <a:sy n="89" d="100"/>
        </p:scale>
        <p:origin x="16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5A652C-A07C-447D-866C-AB131B151A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B6D506-D369-4AD3-A58A-0B14F9D17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C07AF0-59D1-44F7-9109-AA9305EC6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26AB-8124-45FC-9A06-9092C2AC8052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263778-A66A-441E-90BB-FD8814054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9AE039-0EA0-4462-BC8B-537E099FD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C2C2-6CB9-437E-B7ED-F4332CDE75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8613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A9205-177F-45B7-AD3F-6CAA9D2FA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E771E6-1E77-458A-BC82-154434593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EC1835-A3DE-4CE5-8FDC-F96D9ED4C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26AB-8124-45FC-9A06-9092C2AC8052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CC0E41-7C55-47EC-9A60-DB0B3686A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503B91-2450-41E9-9AE5-64573CD55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C2C2-6CB9-437E-B7ED-F4332CDE75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557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631D01-182F-49AB-A704-14C4436C9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FCF08F-925D-473F-8EFB-A6471E111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05A201-C658-4632-84FB-D1022DCB0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26AB-8124-45FC-9A06-9092C2AC8052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A0A550-936D-4BB2-9FA9-0EF3A5354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C97CBB-C239-442F-A984-6FD6BE01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C2C2-6CB9-437E-B7ED-F4332CDE75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5905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1B98E-A650-4684-9249-D5B0F39A3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EF4782-8512-4CFD-9D5C-32BC8DC6DC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BE5047-AE92-453B-A6BD-D1505BD7E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A87BDA4-44DA-49C3-A4CA-4AA5265BF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26AB-8124-45FC-9A06-9092C2AC8052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841EB9-7B1D-4381-B8FF-D725A7269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03C76BF-F953-4464-A97E-2F2FDFDC3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C2C2-6CB9-437E-B7ED-F4332CDE75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5222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20B759-86FF-401F-A56D-9B88430F6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0446E7-C015-4FEE-9251-FEBF12F9D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B0E9DF1-66DF-4217-AFF3-04E7DAAD0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E652AFA-864D-462E-A06C-BEB408DE62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56006CD-E5E6-4C7B-8555-43AF515DE1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94B61B3-4901-4E69-B0BA-44F055E9B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26AB-8124-45FC-9A06-9092C2AC8052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AAF6B16-DED0-4FD3-A01B-C5A61C8D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EE7FF38-C518-4D73-80E9-839E6A56E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C2C2-6CB9-437E-B7ED-F4332CDE75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6081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3F7EC-CF27-4203-A6F8-82AD4D7FB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5F182B0-78C8-40A1-AEF2-63E4352C3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26AB-8124-45FC-9A06-9092C2AC8052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AF8C36B-3225-407C-9901-7F511C6A4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9F116A7-4646-475F-A349-1BFF26705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C2C2-6CB9-437E-B7ED-F4332CDE75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7001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FBAE6A1-0426-410F-BFA5-83084AB0C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26AB-8124-45FC-9A06-9092C2AC8052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C297E37-12E2-4B2B-94E4-CEE4F826B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8F971D-944F-4301-8B77-B30889C3D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C2C2-6CB9-437E-B7ED-F4332CDE75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951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B10B8C-C2BA-4F6F-A520-3C91830C6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3DE84A-07A2-4E72-8EDE-422916785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3EDB6A-BEEF-42E9-AE29-C5D6AF3B29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F373A24-88BA-4CBE-A539-AA0FFC274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26AB-8124-45FC-9A06-9092C2AC8052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952BB56-8C90-4CCF-8135-81DAD71C4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125B27-C3E6-418D-9691-44F964E5B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C2C2-6CB9-437E-B7ED-F4332CDE75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4309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087D1E-DAF4-4271-A3FF-BDDE94856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B542963-59AE-4F42-8567-12A31D82BC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17EDFC-84F3-401D-92F0-49461C512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70325E-D7E7-48F3-89AE-C296ED750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26AB-8124-45FC-9A06-9092C2AC8052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6C0533-AFD8-464D-AD12-F044D39D9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503215-AFD5-4E6B-A167-149D4B511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C2C2-6CB9-437E-B7ED-F4332CDE75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8783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DBBD6C-A046-42DD-AEB5-681693E9D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C792D3F-7896-4351-B11E-2ECB85D75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38F3BB-0622-4DC0-8AF8-AFC224FD0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26AB-8124-45FC-9A06-9092C2AC8052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62DB3B-C8A1-4038-B4BC-142D09CD4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138799-AC91-4AEC-9151-87C638793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C2C2-6CB9-437E-B7ED-F4332CDE75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7793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9D0B70-A96A-4E3B-8BB1-7857E40ACB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EAA5106-D3FA-4FA8-9748-27BC98C66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6EF8D2-EA30-4F31-9D70-F583E7628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26AB-8124-45FC-9A06-9092C2AC8052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E2EB18-ECA4-45D8-A50D-EE9769DD1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350750-AB23-4E0E-B68F-5DD5E04D6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AC2C2-6CB9-437E-B7ED-F4332CDE75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201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B1EC27C-39C2-4041-8127-272B899BF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2F2C5B-C2A8-4BA5-919E-96DAB9143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CACB85-023E-4CB3-936E-B5E4242439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626AB-8124-45FC-9A06-9092C2AC8052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3B33F4-AD99-45D5-9AAC-291C999A31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FE3D33-1FF0-4131-A3BD-D2CAD2B09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AC2C2-6CB9-437E-B7ED-F4332CDE753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0359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6F0357F-0345-41AD-8B66-3083D9AF3C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6529"/>
          <a:stretch/>
        </p:blipFill>
        <p:spPr>
          <a:xfrm>
            <a:off x="2226832" y="18826"/>
            <a:ext cx="6820410" cy="683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759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Josinaldo Gomes</dc:creator>
  <cp:lastModifiedBy>Josinaldo Gomes</cp:lastModifiedBy>
  <cp:revision>1</cp:revision>
  <dcterms:created xsi:type="dcterms:W3CDTF">2026-05-24T00:46:41Z</dcterms:created>
  <dcterms:modified xsi:type="dcterms:W3CDTF">2026-05-24T00:47:20Z</dcterms:modified>
</cp:coreProperties>
</file>